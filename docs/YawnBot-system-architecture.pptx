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59defe3818427a" /><Relationship Type="http://schemas.openxmlformats.org/officeDocument/2006/relationships/extended-properties" Target="/docProps/app.xml" Id="R7883db5391324c40" /><Relationship Type="http://schemas.openxmlformats.org/officeDocument/2006/relationships/officeDocument" Target="/ppt/presentation.xml" Id="Ra672c039e66e48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b27bb9f4e4d34"/>
  </p:sldMasterIdLst>
  <p:notesMasterIdLst>
    <p:notesMasterId xmlns:r="http://schemas.openxmlformats.org/officeDocument/2006/relationships" r:id="R1a66a0f5cd274c9a"/>
  </p:notesMasterIdLst>
  <p:sldIdLst>
    <p:sldId xmlns:r="http://schemas.openxmlformats.org/officeDocument/2006/relationships" id="256" r:id="Re46ab6af3b734087"/>
    <p:sldId xmlns:r="http://schemas.openxmlformats.org/officeDocument/2006/relationships" id="257" r:id="R4f6d58bf7b0d471d"/>
    <p:sldId xmlns:r="http://schemas.openxmlformats.org/officeDocument/2006/relationships" id="258" r:id="R8f40bd852487489a"/>
    <p:sldId xmlns:r="http://schemas.openxmlformats.org/officeDocument/2006/relationships" id="259" r:id="R0a656631ab00466f"/>
    <p:sldId xmlns:r="http://schemas.openxmlformats.org/officeDocument/2006/relationships" id="260" r:id="Rbf860330daeb40ba"/>
    <p:sldId xmlns:r="http://schemas.openxmlformats.org/officeDocument/2006/relationships" id="261" r:id="Rf05bffbd50414a44"/>
    <p:sldId xmlns:r="http://schemas.openxmlformats.org/officeDocument/2006/relationships" id="262" r:id="R603ac1a479c843fb"/>
    <p:sldId xmlns:r="http://schemas.openxmlformats.org/officeDocument/2006/relationships" id="263" r:id="Re967d5fa2e3f42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abbb164b2460b" /><Relationship Type="http://schemas.openxmlformats.org/officeDocument/2006/relationships/slideMaster" Target="/ppt/slideMasters/slideMaster1.xml" Id="R7b3b27bb9f4e4d34" /><Relationship Type="http://schemas.openxmlformats.org/officeDocument/2006/relationships/notesMaster" Target="/ppt/notesMasters/notesMaster1.xml" Id="R1a66a0f5cd274c9a" /><Relationship Type="http://schemas.openxmlformats.org/officeDocument/2006/relationships/presProps" Target="/ppt/presProps.xml" Id="R607c18d0362b49b8" /><Relationship Type="http://schemas.openxmlformats.org/officeDocument/2006/relationships/tableStyles" Target="/ppt/tableStyles.xml" Id="R1af3b546d6384894" /><Relationship Type="http://schemas.openxmlformats.org/officeDocument/2006/relationships/slide" Target="/ppt/slides/slide1.xml" Id="Re46ab6af3b734087" /><Relationship Type="http://schemas.openxmlformats.org/officeDocument/2006/relationships/slide" Target="/ppt/slides/slide2.xml" Id="R4f6d58bf7b0d471d" /><Relationship Type="http://schemas.openxmlformats.org/officeDocument/2006/relationships/slide" Target="/ppt/slides/slide3.xml" Id="R8f40bd852487489a" /><Relationship Type="http://schemas.openxmlformats.org/officeDocument/2006/relationships/slide" Target="/ppt/slides/slide4.xml" Id="R0a656631ab00466f" /><Relationship Type="http://schemas.openxmlformats.org/officeDocument/2006/relationships/slide" Target="/ppt/slides/slide5.xml" Id="Rbf860330daeb40ba" /><Relationship Type="http://schemas.openxmlformats.org/officeDocument/2006/relationships/slide" Target="/ppt/slides/slide6.xml" Id="Rf05bffbd50414a44" /><Relationship Type="http://schemas.openxmlformats.org/officeDocument/2006/relationships/slide" Target="/ppt/slides/slide7.xml" Id="R603ac1a479c843fb" /><Relationship Type="http://schemas.openxmlformats.org/officeDocument/2006/relationships/slide" Target="/ppt/slides/slide8.xml" Id="Re967d5fa2e3f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15bfb77e1842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b7486c4f74a72" /><Relationship Type="http://schemas.openxmlformats.org/officeDocument/2006/relationships/notesMaster" Target="/ppt/notesMasters/notesMaster1.xml" Id="Rb0a8269a194c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3e2b69f5b540a1" /><Relationship Type="http://schemas.openxmlformats.org/officeDocument/2006/relationships/notesMaster" Target="/ppt/notesMasters/notesMaster1.xml" Id="R2a526dda6ad9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2c22230554fa8" /><Relationship Type="http://schemas.openxmlformats.org/officeDocument/2006/relationships/notesMaster" Target="/ppt/notesMasters/notesMaster1.xml" Id="R0571e49d579845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28b314bb3245c6" /><Relationship Type="http://schemas.openxmlformats.org/officeDocument/2006/relationships/notesMaster" Target="/ppt/notesMasters/notesMaster1.xml" Id="R8a5127c90409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855d3579041f5" /><Relationship Type="http://schemas.openxmlformats.org/officeDocument/2006/relationships/notesMaster" Target="/ppt/notesMasters/notesMaster1.xml" Id="R7cfc2e424d574f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5c5f43f2848f3" /><Relationship Type="http://schemas.openxmlformats.org/officeDocument/2006/relationships/notesMaster" Target="/ppt/notesMasters/notesMaster1.xml" Id="R6e2446569200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f799c56c8b4456" /><Relationship Type="http://schemas.openxmlformats.org/officeDocument/2006/relationships/notesMaster" Target="/ppt/notesMasters/notesMaster1.xml" Id="Rd74acdcd8f2049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53377589d44f0d" /><Relationship Type="http://schemas.openxmlformats.org/officeDocument/2006/relationships/notesMaster" Target="/ppt/notesMasters/notesMaster1.xml" Id="R8d027736de8b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src/plugins/yawn_core/__init__.py\n- src/plugins/yawn_core/yawn_rpg/engine.py\n- src/plugins/yawn_core/yawn_werewolf/engine.py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src/plugins/yawn_core/__init__.py\n- src/plugins/yawn_core/llm.py\n- src/plugins/yawn_core/permission.py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src/plugins/yawn_core/__init__.py\n- src/plugins/yawn_core/data_models/__init__.py\n- 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src/plugins/yawn_core/presence.py\n- src/plugins/yawn_core/permission.py\n- src/plugins/yawn_core/llm.py\n- src/plugins/yawn_core/reminder.py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src/plugins/yawn_core/yawn_rpg/commands.py\n- src/plugins/yawn_core/yawn_rpg/state.py\n- src/plugins/yawn_core/yawn_rpg/engine.py\n- src/plugins/yawn_core/yawn_rpg/ai_kp.py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src/plugins/yawn_core/yawn_werewolf/commands.py\n- src/plugins/yawn_core/yawn_werewolf/dsl.py\n- src/plugins/yawn_core/yawn_werewolf/ai_player.py\n- src/plugins/yawn_core/yawn_werewolf/engine.py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src/plugins/yawn_core/yawn_rpg/state.py\n- src/plugins/yawn_core/yawn_werewolf/state.py\n- src/plugins/yawn_core/data_models\n- src/plugins/yawn_core/llm.py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README.md\n- docs/yawnbot-architecture.html\n- docs/development-roadmap.md\n- docs/development-roadmap.md\n- src/plugins/yawn_core/yawn_rpg/state.py\n- src/plugins/yawn_core/yawn_werewolf/state.py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887a66e3547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9d50b33db40e6" /><Relationship Type="http://schemas.openxmlformats.org/officeDocument/2006/relationships/slideLayout" Target="/ppt/slideLayouts/slideLayout1.xml" Id="Rdec9ff905eb4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9ff905eb4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53fae14a5493d" /><Relationship Type="http://schemas.openxmlformats.org/officeDocument/2006/relationships/notesSlide" Target="/ppt/notesSlides/notesSlide1.xml" Id="Rf46ae927540c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41a8f6a7e4845" /><Relationship Type="http://schemas.openxmlformats.org/officeDocument/2006/relationships/notesSlide" Target="/ppt/notesSlides/notesSlide2.xml" Id="Rd3143d03aa4e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e4e13c5d4fdd" /><Relationship Type="http://schemas.openxmlformats.org/officeDocument/2006/relationships/notesSlide" Target="/ppt/notesSlides/notesSlide3.xml" Id="R5b3e4ae1ab60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b4f0f721346da" /><Relationship Type="http://schemas.openxmlformats.org/officeDocument/2006/relationships/notesSlide" Target="/ppt/notesSlides/notesSlide4.xml" Id="R2f87a6a501a8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2effd2ef4265" /><Relationship Type="http://schemas.openxmlformats.org/officeDocument/2006/relationships/notesSlide" Target="/ppt/notesSlides/notesSlide5.xml" Id="R1849a379a8e948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7ae5ddbe4246" /><Relationship Type="http://schemas.openxmlformats.org/officeDocument/2006/relationships/notesSlide" Target="/ppt/notesSlides/notesSlide6.xml" Id="R3b0093ddc78c48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76a8a16d342a6" /><Relationship Type="http://schemas.openxmlformats.org/officeDocument/2006/relationships/notesSlide" Target="/ppt/notesSlides/notesSlide7.xml" Id="Rd6a5e112bcda4d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c1a0ea11e418c" /><Relationship Type="http://schemas.openxmlformats.org/officeDocument/2006/relationships/notesSlide" Target="/ppt/notesSlides/notesSlide8.xml" Id="R3b54e2098cb4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5D4AE-888D-4CFE-BF64-15FA0CB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9714-C266-404F-8F70-44EB0DE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5715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从 QQ 事件到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可控的玩法状态机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26EC-41AB-456F-BAF1-9719D35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NoneBot2 + OneBot V11 · 单进程 · SQLite ·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EB9EA-B740-46D4-B85B-3542B881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架构快照 / 2026-08-18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9D646-77EE-4633-BDF8-0C3FBF5C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23975"/>
            <a:ext cx="9525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496B7-7ADD-4136-8070-94B7D49C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A444-16E2-45DA-860D-D66CEDF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48ECD-5D54-4208-A33E-9E1EBB1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F5D77-78C3-4901-BAD0-45A5236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85825"/>
            <a:ext cx="1714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2211F"/>
          </a:solidFill>
          <a:ln xmlns:a="http://schemas.openxmlformats.org/drawingml/2006/main" w="0">
            <a:solidFill>
              <a:srgbClr val="22211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OneBot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QQ 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C2FA8-4B08-475A-8DD5-66F45D4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1714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yawn_core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共享底座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ECC9A-5053-460B-927B-851C9145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76675"/>
            <a:ext cx="1714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yawn_rpg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单写引擎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48B01-E7C5-4A73-8004-540E1853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43525"/>
            <a:ext cx="1714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yawn_werewolf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单写引擎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5CD41-FC95-4BA7-9717-4E8557E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9825"/>
            <a:ext cx="2476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身份 / 权限 / 调度 /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9A1B2-1B39-4081-AB66-7AA68562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76675"/>
            <a:ext cx="2476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 binds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摘要与配置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0907A-BB80-4F63-A7AA-2617053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343525"/>
            <a:ext cx="24765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OpenAI-compatible LLM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共享客户端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B593C-21A7-40A9-A97B-460365D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4F5F0-70AA-4C22-BF4E-0BF6FCA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architecture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0C8C0-52BB-4500-BEE3-AFA2165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7484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2CCD0-59ED-4E95-9297-C9BDA052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01 / SYSTEM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BB044-2C7B-43C3-A1AB-FD29385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YawnBot 把复杂玩法收敛在一个共享底座上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CF733-1E0E-4A04-8B4A-D8DCAF31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一个事件入口，三层职责。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玩法模块不重复实现身份、权限和 AI 资源治理。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BA6C1-876D-40AB-A404-A7A784E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OneBot / NoneBot 承接消息、生命周期和出站协议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4B4FA-CDA8-44E8-B0F7-F50F447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814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yawn_core 统一身份、功能开关、提醒、AI 对话和 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2B194-C3C9-41F2-850D-4E8291A6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9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RPG / 狼人杀各自持有状态机、队列和玩法规则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D79C8-192B-4852-AF44-3C1646D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292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当前运行边界：单进程内一群一局。</a:t>
            </a:r>
          </a:p>
          <a:p xmlns:a="http://schemas.openxmlformats.org/drawingml/2006/main">
            <a:pPr algn="l">
              <a:defRPr sz="12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多实例需要共享存储、房间所有权与 fencing token。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AD6C1-C835-4ACB-9A12-25DA802B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5340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2211F"/>
          </a:solidFill>
          <a:ln xmlns:a="http://schemas.openxmlformats.org/drawingml/2006/main" w="9525">
            <a:solidFill>
              <a:srgbClr val="222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89F93-DBC3-47DE-8697-F7D03DE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22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外部边界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733CC-FE33-43D6-ADF1-7A3FC6D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9244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2211F"/>
          </a:solidFill>
          <a:ln xmlns:a="http://schemas.openxmlformats.org/drawingml/2006/main" w="0">
            <a:solidFill>
              <a:srgbClr val="22211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652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OneBot V11 / QQ 群与私聊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A8CBA-9B78-44D8-BEA4-8B04AC7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0507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25A2C-CB8C-4630-A440-61FF0ACB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5534025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F2F5C-8EF0-49E6-AB6A-E6227F1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522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共享底座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8194A-6B5D-4907-817D-4DB4D52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9244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solidFill>
              <a:srgbClr val="FFF0EC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6867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presence · permission · reminder · ai_chat ·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D5F1F-05D7-44E6-AC2C-CAD3C01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0047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2F10F-9DBB-4594-BEE5-9569C710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5534025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BCFFA-5E78-434D-8081-BB17DB58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22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玩法状态机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26C06-E6D0-462D-8876-EE2F98C2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49244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93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yawn_rpg  ·  yawn_werewolf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2B728-3157-48A7-8517-7DEB8E9E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7207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2AFC0-2EC7-4396-AC9F-59510D2D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5534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911EA-0DBF-41E3-B32E-41D9B6F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95925"/>
            <a:ext cx="522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持久化与外部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A9290-2C1F-48F5-87DC-2B4F050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91175"/>
            <a:ext cx="4924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SQLite / ORM binds                         OpenAI-compatible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EB32A-BB7E-490B-8525-A37D11B5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743D2-E1CD-41E4-8919-ED25541C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68519-65DD-4C94-BCC6-427C3B3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8881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51BEC-9BAC-47D2-B46B-10C1C34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02 / BOOTSTRAP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7F72C-70C1-487C-9B16-2F9A249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启动链路先建立边界，再加载玩法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EC48-745B-4AAF-ABE1-83F159AD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启动时把“核心可用”和“玩法可选”分开处理，失败隔离成为系统可靠性的第一道防线。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85DB7-7E96-4D01-8389-72F4E4D6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7083-04D0-4AF5-9CA6-5FFDBDE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71817-25EA-47A9-9470-F3E7D1B6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8EFA0-78F3-461F-9A42-21D3B8E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7242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pyproject.toml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9E448-7DE4-412B-9E48-F317AC6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1052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声明插件目录、适配器和依赖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476E0-4090-4BAF-B434-327FB97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1D92B-89C2-4C86-9A52-2010397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AC433-7786-40F1-849E-A2529317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242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NoneBot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A40C4-0C86-4AC7-9C9C-AE1D2756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052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发现 yawn_core 并建立生命周期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72675-7F73-4F90-B6AF-45E4C14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E2777-67AE-43F6-B69A-5718002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5725C-A12A-4DAE-83B7-603A5AA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242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core_init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D69CB-5911-4975-822A-0B6DF3B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052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注册模型、WAL 和启动钩子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BCA81-51C7-4C47-A8C9-AA51591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9A87B-1820-4788-9C70-3C627DD4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62753-CDC7-4DF0-A1C5-93280C1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242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sub_loader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21B41-9115-4173-8007-319CD45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052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逐个隔离加载 RPG / 狼人杀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ABA46-E8A5-4588-A956-EF529C44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19741-43FB-4114-B686-4BC52887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2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CB874-4043-4B53-959B-F4B303F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242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runtime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8B960-6493-4429-A6D9-59A681C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052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核心与可用玩法对外提供命令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141C6-1C55-4F67-BF90-B7F3D53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35242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21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隔离语义</a:t>
            </a:r>
          </a:p>
          <a:p xmlns:a="http://schemas.openxmlformats.org/drawingml/2006/main">
            <a:pPr algn="l">
              <a:defRPr sz="12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RPG 或狼人杀导入失败，不阻断 yawn_core，也不阻断另一个玩法。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4F7BD-B0FD-436B-ADB1-E61C40F4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91125"/>
            <a:ext cx="35242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21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数据注册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data_models/__init__.py 导入 ORM 模型，让 bind 与迁移在启动时可见。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714A3-57B8-43D8-8FBF-409585C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191125"/>
            <a:ext cx="35242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21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 并发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hook 设置 WAL 与 busy_timeout=30000，保留单进程本地存储假设。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5F0E3-31B3-49EA-848A-0517802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32D75-50D3-477E-8CD7-C4520AD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C38CC-FD46-4F20-A0CE-899532F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4072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413F2-BD2C-478B-B94F-5E8BF505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03 / SHARED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52150-3D95-4B85-95CD-B143851F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所有入口先经过身份、权限与资源约束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DD14F-B2F2-4B9B-A99B-05485369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共享底座的价值不是“功能更多”，而是每个玩法都遵守同一组边界。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41E2F-2627-4DAD-BEF5-FFA342F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5553075" cy="1438275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DE359-879A-4F7D-8FEB-8BF519C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2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99CB-CE43-4C5B-A40C-D94BD0F5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每条消息先 upsert</a:t>
            </a:r>
          </a:p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BotUser / BotGroup / UserGroup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BA54-E215-4741-9B4A-F7783BB2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553075" cy="1438275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AAECB-B0C6-4169-98B8-5348B84B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permission.py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E6AE7-0C19-413F-8BD1-167B9194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UserFeature → GroupFeature</a:t>
            </a:r>
          </a:p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私聊走 GlobalUserFeature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7E5AA-8CFE-48DC-91F6-7256D88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5553075" cy="1438275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CFB60-4870-4789-80BE-3D6BC0E2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77131-594A-4C66-B08D-CD98DA4F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共享 AsyncOpenAI 单例</a:t>
            </a:r>
          </a:p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全局并发上限 6，失败返回 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25C70-05FB-4077-9A09-718B3E12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5553075" cy="1438275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5FA8A-DBEE-4B21-96D8-58BD3D8E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reminder + 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BD407-CA9F-487A-B811-2F053F73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767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全局 scheduler + bind-aware migrations</a:t>
            </a:r>
          </a:p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发送侧重新加载持久化数据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8D616-0127-43BD-A599-B56B9856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245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统一资源约束 → 玩法只处理自己的状态机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7507-6BF2-447C-9E2C-CCAB7ED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641BB-3B38-4417-AB29-18D0EEB9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5589E-7C2C-44F7-BFC9-5866766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2287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75C58-74AF-48C5-A379-1F31843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04 / YAWN_RPG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7D77A-84EE-453A-A03C-373D2C8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RPG 采用“命令校验、队列入站、引擎单写”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55E99-95ED-441E-A9EF-C9F2BF6C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消息先被收敛为 Action，再由每局唯一引擎推进阶段、场景、时钟和结局。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7139F-68AA-47D8-9472-99204AA7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55C7E-1147-400C-9DE9-7403B70F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1EA0-46C8-4696-8E4E-2B3BA88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FA60-1D01-40F4-A7E4-05914A86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813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76395-12EA-4B94-BD2D-CAE8555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1657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030B6-F9A5-4C52-96C2-857FC6E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QQ / commands.py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7C4FB-AF20-41D0-8592-1CE69CF7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62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轻量校验</a:t>
            </a:r>
          </a:p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不写局内状态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59546-7573-4984-A2BA-36002840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81250"/>
            <a:ext cx="1657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3F8B3-FA81-421C-90C9-32B6CA9D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submit_action()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0BB84-CE30-4767-9ADC-DE41D19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62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容量、配额、去重</a:t>
            </a:r>
          </a:p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阶段 / 场景快照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6E9B2-10D7-4743-AF62-DF9649A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81250"/>
            <a:ext cx="1657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572F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FD013-E034-4179-8AA6-3D06749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F70F6-1B4F-46B8-BB0A-F6149CB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62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FIFO 消费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唯一状态写入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61445-A63A-4E21-98BF-D47CFE2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657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A320D-F068-4F08-8007-EF13B03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Game / PlayerState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4A130-EFDA-4AFB-91F3-4B6C5A71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场景、线索、HP/SAN</a:t>
            </a:r>
          </a:p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关系、flags、时钟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0242D-60FB-4A5C-B61C-1BC4292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1657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A8FF6-E092-4A7D-9CEE-A7617F4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529D8-78D6-476F-A563-15932DD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62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群播公共信息</a:t>
            </a:r>
          </a:p>
          <a:p xmlns:a="http://schemas.openxmlformats.org/drawingml/2006/main">
            <a:pPr algn="ct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私聊个人信息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7FC74-97F8-4494-A873-E560DE5F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1477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DD335-91E7-45EC-8DFE-7FC8B008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243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AI 只通过受控工具参与叙事，不能直接改状态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CC9CC-F405-4900-BE43-70A87F4E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ai_kp / ai_npc / ai_social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EDC36-0E15-4A52-BC27-40419C87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92568-3884-4B3B-A5AB-BE18BEBD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9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validated tool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79499-4623-4082-BF60-03159EA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339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动作快照让旧场景 / 旧轮次动作自然失效；群聊和私聊是两套信息投影。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7E71C-01D6-4997-B411-A975383C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44FFE-ADBE-4128-AA14-74CEC85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E206D-0739-460F-9EFC-3D080C0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094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DB48E-B9A7-4DD3-9867-B3ED42B7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05 / YAWN_WEREWOLF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8526C-5794-4160-9FA2-EB2FBD5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狼人杀把真人与 AI 收敛到同一行动协议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A8946-C2C8-4C30-B729-B8A76B6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AI 的差异只存在于决策来源，进入引擎后都变成同一种 Action。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C448C-C502-4E31-88C5-93908A67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18288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真人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群命令 / 私聊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08FE1-391F-4540-94C5-50B89C2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18288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玩家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ai_player.py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96D7-6F41-4BDB-9171-24B5B224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32C3C-BDD1-4E41-AB46-934EE7A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49D6-058B-4773-9C46-5A1F0B0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71825"/>
            <a:ext cx="2000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dsl.py</a:t>
            </a:r>
          </a:p>
          <a:p xmlns:a="http://schemas.openxmlformats.org/drawingml/2006/main">
            <a:pPr algn="ctr">
              <a:defRPr sz="14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目标 / 数字 / 默认值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8F97-6AB8-424E-967F-6DD85B8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766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4985B-3C83-4FDF-9CD3-ED3F2DC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20383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7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queue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容量 / 去重 / 单用户配额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9D625-CD97-4BDA-8AC2-BDC9B26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5C63A-EB46-4974-BEE8-CD6CB1A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71825"/>
            <a:ext cx="15049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094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engine.py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/ vote / mute / 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15E3C-ACD7-4780-AEC4-50242A4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73802-B5CE-4D62-997F-ACB6866C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引擎独占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B3026-E134-45AB-8C6F-DBA6DD19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29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夜晚角色行动、白天发言 / 竞选 / 投票、禁言控场、超时托管和结局持久化。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5BBF4-4745-46AF-8E26-25B10014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324475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共享 LLM</a:t>
            </a:r>
          </a:p>
          <a:p xmlns:a="http://schemas.openxmlformats.org/drawingml/2006/main">
            <a:pPr algn="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但不共享状态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0B8B9-A46E-4B30-A1F1-63A6CE1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F9380-3742-4D63-A04E-C21B644F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FC445-B031-484B-B292-19DD1BB5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3158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5A9B2-0649-4C1B-80A6-0260CD4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06 / DATA AND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F4990-B874-4894-8B0A-C8DBE740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运行态、持久化和外部 AI 之间有清晰边界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498F-F604-4833-B1E9-F826695B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持久化保存可恢复的摘要与配置；详细长局状态仍由单进程内存中的引擎拥有。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4749-7DC3-474D-8846-9667E6FF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43125"/>
            <a:ext cx="6572250" cy="3095625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2C6CF-0674-47E1-8EDB-BE0163F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运行态 / 单写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46D80-31CD-4095-88EA-44EEB1D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76225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RPG Game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场景、线索、HP/SAN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关系、flags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5BE8A-6408-43BE-842A-F705D887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00375"/>
            <a:ext cx="276225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Werewolf Game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phase、座位、投票、AI 玩家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9966-2A43-4463-B8F6-73042EF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队列、动作快照、逻辑轮次、SAY 合批</a:t>
            </a:r>
          </a:p>
          <a:p xmlns:a="http://schemas.openxmlformats.org/drawingml/2006/main">
            <a:pPr algn="ctr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都在引擎边界内收敛。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3ED26-FC1E-4F72-BED4-24E9865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528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solidFill>
              <a:srgbClr val="C8C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55BBC-B3DB-44BF-89CD-C8B2C16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3467100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FC259-C3DA-4EC5-9192-E5E68441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19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 / ORM binds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10E14-DF49-402F-8993-DCA3AF8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670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yawn_core</a:t>
            </a:r>
          </a:p>
          <a:p xmlns:a="http://schemas.openxmlformats.org/drawingml/2006/main">
            <a:pPr algn="ctr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yawn_rpg</a:t>
            </a:r>
          </a:p>
          <a:p xmlns:a="http://schemas.openxmlformats.org/drawingml/2006/main">
            <a:pPr algn="ctr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yawn_werewolf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274C2-57E5-42B6-9079-A9F7D00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AC24-B7BB-4DF2-A36C-3FB7F20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3467100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5538-A57D-4E8B-8C6D-3BEA5E8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671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OpenAI-compatible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50C6B-12B2-4159-8512-6936E3B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2437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共享客户端 / 并发上限 6</a:t>
            </a:r>
          </a:p>
          <a:p xmlns:a="http://schemas.openxmlformats.org/drawingml/2006/main">
            <a:pPr algn="ctr">
              <a:defRPr sz="12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工具调用与 prompt 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190A9-57A1-4D87-9CC5-5A5CBB7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38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信息投影：群聊只看公共摘要；HP/SAN、个人线索、未公开 NPC 情报走私聊。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386C9-8863-4D5F-BD72-4AAA039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15CF4-1CB5-4713-ABAA-67DA50E8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system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6DD37-EEBE-47F7-8E34-2432185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9150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76715-07DD-45A3-8E77-4A0A0BB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07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4B9B-5016-4F07-9228-3C35842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81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下一步是可观测与可恢复，而不是先上多实例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E8A96-72BB-4BF6-A6D9-06A4DE2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路线图从内容质量和事件证据出发，最后才处理恢复、所有权与跨实例路由。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8E7AF-49E7-4A35-86B6-55F39BF1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322C8-1DEC-4171-A3C4-E983A4F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solidFill>
              <a:srgbClr val="F557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039C-94A2-4352-A587-EDF9013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P1-3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57CEC-5527-495D-A5B0-43B743B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385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NPC 行程覆盖</a:t>
            </a:r>
          </a:p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秘密泄露检查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B5AD8-321B-43E6-B153-19F96F91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16E7B-CED0-44EC-92E7-BCE1A79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P1-5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BE82C-2F8B-4A98-81FC-21E33FE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385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事件 envelope</a:t>
            </a:r>
          </a:p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有序且不含私密正文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2270C-461C-43E2-97AB-CBAC093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3588F-5060-4340-9322-90A8978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P1-6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A5E0D-48DC-4CF1-B00B-2DC028B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运行指标</a:t>
            </a:r>
          </a:p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队列、AI、结局分布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DD8DC-5A07-4B23-B3DD-A7F4EAD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C558B-DC51-4A61-91BB-F8BA259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P1-7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BB22D-9672-4968-9737-C18A1C2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RPG / 狼人杀</a:t>
            </a:r>
          </a:p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局后回放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B78AC-8F90-4E85-99A0-8D697D67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A736C-5D0E-44C5-A667-CEEA1FF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D9579-B482-4AC4-BC73-8C9DE25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快照幂等</a:t>
            </a:r>
          </a:p>
          <a:p xmlns:a="http://schemas.openxmlformats.org/drawingml/2006/main">
            <a:pPr algn="ctr">
              <a:defRPr sz="12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所有权与跨实例路由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F1BB6-EF1E-4EB4-BDE7-D0388C09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76800"/>
            <a:ext cx="25146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5572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保持单进程基线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D476E-C676-4C88-BD44-F0C0B99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76800"/>
            <a:ext cx="3714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C8CBD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先定义事件证据，再做回放和指标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F40A8-BE8B-47B4-9C90-F72CDA6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76800"/>
            <a:ext cx="46291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没有容量数据，不引入 Redis / 分布式队列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31BE3-C738-4D97-9350-73107F97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57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572F"/>
                </a:solidFill>
                <a:latin typeface="Arial"/>
                <a:ea typeface="Arial"/>
                <a:cs typeface="Arial"/>
              </a:rPr>
              <a:t>架构判断：先让单写状态机可解释、可观测、可恢复，再扩大部署边界。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335E0-64CB-44AA-BB6A-BB62169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6C949-C3B3-4A39-B8B9-63DBDC6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57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YawnBot / roadmap 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1FF08-C058-42FE-B69A-32EE5E4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9621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2026-08-18T15:32:09.6590000Z</dcterms:created>
  <dcterms:modified xsi:type="dcterms:W3CDTF">2026-08-18T15:32:09.6590000Z</dcterms:modified>
</coreProperties>
</file>